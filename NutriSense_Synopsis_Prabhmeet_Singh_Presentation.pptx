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NutriSense Synopsis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Prabhmeet Singh | EN23CS301742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Health and fitness planning is often difficult for students and working professionals because most available applicat...</a:t>
            </a:r>
          </a:p>
          <a:p>
            <a:pPr>
              <a:defRPr sz="2000"/>
            </a:pPr>
            <a:r>
              <a:t>NutriSense uses rule-based logic for calculating BMI, daily calorie requirements, and protein targets, then distribut...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Several studies and practical systems show that personalized nutrition and structured exercise planning improve adher...</a:t>
            </a:r>
          </a:p>
          <a:p>
            <a:pPr>
              <a:defRPr sz="2000"/>
            </a:pPr>
            <a:r>
              <a:t>Modern diet applications increasingly combine behavior-aware recommendations, macro-based planning, and user preferen...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Existing fitness and diet tools have the following limitations:</a:t>
            </a:r>
          </a:p>
          <a:p>
            <a:pPr>
              <a:defRPr sz="2000"/>
            </a:pPr>
            <a:r>
              <a:t>One-size-fits-all plans that ignore user profile details.</a:t>
            </a:r>
          </a:p>
          <a:p>
            <a:pPr>
              <a:defRPr sz="2000"/>
            </a:pPr>
            <a:r>
              <a:t>Limited support for Indian meal patterns and common food availability.</a:t>
            </a:r>
          </a:p>
          <a:p>
            <a:pPr>
              <a:defRPr sz="2000"/>
            </a:pPr>
            <a:r>
              <a:t>Poor alignment with student budget constraints.</a:t>
            </a:r>
          </a:p>
          <a:p>
            <a:pPr>
              <a:defRPr sz="2000"/>
            </a:pPr>
            <a:r>
              <a:t>Weak integration between diet recommendation and fitness planning.</a:t>
            </a:r>
          </a:p>
          <a:p>
            <a:pPr>
              <a:defRPr sz="2000"/>
            </a:pPr>
            <a:r>
              <a:t>Complex interfaces that reduce consistency and user 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major objectives of this project are:</a:t>
            </a:r>
          </a:p>
          <a:p>
            <a:pPr>
              <a:defRPr sz="2000"/>
            </a:pPr>
            <a:r>
              <a:t>To build a web-based personalized health planner named NutriSense.</a:t>
            </a:r>
          </a:p>
          <a:p>
            <a:pPr>
              <a:defRPr sz="2000"/>
            </a:pPr>
            <a:r>
              <a:t>To compute BMI, daily calorie needs, and protein targets using rule-based formulas.</a:t>
            </a:r>
          </a:p>
          <a:p>
            <a:pPr>
              <a:defRPr sz="2000"/>
            </a:pPr>
            <a:r>
              <a:t>To generate four-meal daily diet plans (breakfast, lunch, evening, dinner).</a:t>
            </a:r>
          </a:p>
          <a:p>
            <a:pPr>
              <a:defRPr sz="2000"/>
            </a:pPr>
            <a:r>
              <a:t>To support multiple diet preferences (veg, non-veg, vegan, eggetarian).</a:t>
            </a:r>
          </a:p>
          <a:p>
            <a:pPr>
              <a:defRPr sz="2000"/>
            </a:pPr>
            <a:r>
              <a:t>To generate a weekly workout schedule aligned with user goal and activity level.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project is implemented as a client-server web application.</a:t>
            </a:r>
          </a:p>
          <a:p>
            <a:pPr>
              <a:defRPr sz="2000"/>
            </a:pPr>
            <a:r>
              <a:t>5.1 Technology Stack</a:t>
            </a:r>
          </a:p>
          <a:p>
            <a:pPr>
              <a:defRPr sz="2000"/>
            </a:pPr>
            <a:r>
              <a:t>Frontend: React + TypeScript + Vite</a:t>
            </a:r>
          </a:p>
          <a:p>
            <a:pPr>
              <a:defRPr sz="2000"/>
            </a:pPr>
            <a:r>
              <a:t>Backend: FastAPI (Python)</a:t>
            </a:r>
          </a:p>
          <a:p>
            <a:pPr>
              <a:defRPr sz="2000"/>
            </a:pPr>
            <a:r>
              <a:t>API Communication: REST (JSON)</a:t>
            </a:r>
          </a:p>
          <a:p>
            <a:pPr>
              <a:defRPr sz="2000"/>
            </a:pPr>
            <a:r>
              <a:t>Core modules: Diet service, fitness service, Indian food model, API router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[1]. World Health Organization, "Obesity and overweight," WHO Fact Sheets, 2024.</a:t>
            </a:r>
          </a:p>
          <a:p>
            <a:pPr>
              <a:defRPr sz="2000"/>
            </a:pPr>
            <a:r>
              <a:t>[2]. Harvard T.H. Chan School of Public Health, "The Nutrition Source: Healthy Eating Plate," 2023.</a:t>
            </a:r>
          </a:p>
          <a:p>
            <a:pPr>
              <a:defRPr sz="2000"/>
            </a:pPr>
            <a:r>
              <a:t>[3]. Mifflin, M. D., St Jeor, S. T., et al., "A new predictive equation for resting energy expenditure in healthy ind...</a:t>
            </a:r>
          </a:p>
          <a:p>
            <a:pPr>
              <a:defRPr sz="2000"/>
            </a:pPr>
            <a:r>
              <a:t>[4]. National Institutes of Health, "Clinical guidelines on the identification, evaluation, and treatment of overweig...</a:t>
            </a:r>
          </a:p>
          <a:p>
            <a:pPr>
              <a:defRPr sz="2000"/>
            </a:pPr>
            <a:r>
              <a:t>[5]. Celis-Morales, C., Livingstone, K., et al., "Personalized nutrition and health outcomes: A review of approaches ...</a:t>
            </a:r>
          </a:p>
          <a:p>
            <a:pPr>
              <a:defRPr sz="2000"/>
            </a:pPr>
            <a:r>
              <a:t>[6]. Ministry of Health and Family Welfare, Government of India, "Diet and Wellness Guidelines for Adults," 2022.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Guide: Vishal Sharma Sir and Anusha Jain Mam</a:t>
            </a:r>
          </a:p>
          <a:p>
            <a:pPr>
              <a:defRPr sz="2400"/>
            </a:pPr>
            <a:r>
              <a:t>Student: Prabhmeet Singh</a:t>
            </a:r>
          </a:p>
          <a:p>
            <a:pPr>
              <a:defRPr sz="2400"/>
            </a:pPr>
            <a:r>
              <a:t>Enrollment: EN23CS301742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